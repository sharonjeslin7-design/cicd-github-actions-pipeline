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e7a3b320-7402-6f36-0e61-d2aa87a0e970}">
          <p14:sldIdLst>
            <p14:sldId id="256"/>
            <p14:sldId id="257"/>
          </p14:sldIdLst>
        </p14:section>
        <p14:section name="Pipeline" id="{c1cd4146-bd5a-9142-e58f-df4ecf22d474}">
          <p14:sldIdLst>
            <p14:sldId id="258"/>
            <p14:sldId id="259"/>
            <p14:sldId id="260"/>
          </p14:sldIdLst>
        </p14:section>
        <p14:section name="Security" id="{e6aab0ab-a723-47b5-a944-04d4540664d4}">
          <p14:sldIdLst>
            <p14:sldId id="261"/>
            <p14:sldId id="262"/>
          </p14:sldIdLst>
        </p14:section>
        <p14:section name="Proof" id="{77bb7865-bb4a-9804-0daf-ffdb5afdc54d}">
          <p14:sldIdLst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GitHub Actions workflow that lints, tests, builds and publishes a Docker image.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triggers, three gates, zero secrets in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Emphasize gating via needs: and that pull requests never publish.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triggers, lint, test. Right: the build-push job with least-privilege permissions.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Fast checks first, slower ones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Security is part of the pipeline design, not an afterthought.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GHCR for simplicity; Docker Hub if the image must be publicly discoverable.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Swap the mock-up for a real Actions screenshot before submitting.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the final self-check before submission.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value: confidence on every change, and a clear path to continuous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49377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76809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CI/CD Pipeline with GitHub Actions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0175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Lint, test and containerize every change — pushed to a secure registry on merge to main.</a:t>
            </a:r>
            <a:endParaRPr lang="en-US" sz="1600" dirty="0"/>
          </a:p>
        </p:txBody>
      </p:sp>
      <p:sp>
        <p:nvSpPr>
          <p:cNvPr id="4" name="Status pill Lint"/>
          <p:cNvSpPr/>
          <p:nvPr/>
        </p:nvSpPr>
        <p:spPr>
          <a:xfrm>
            <a:off x="5943600" y="1234440"/>
            <a:ext cx="2743200" cy="685800"/>
          </a:xfrm>
          <a:prstGeom prst="roundRect">
            <a:avLst>
              <a:gd name="adj" fmla="val 49333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5" name="Passed Lint circle"/>
          <p:cNvSpPr/>
          <p:nvPr/>
        </p:nvSpPr>
        <p:spPr>
          <a:xfrm>
            <a:off x="6035040" y="13258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Passed Lint icon" descr="Passed Li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5858" y="1466698"/>
            <a:ext cx="221285" cy="22128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675120" y="12344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</a:t>
            </a:r>
            <a:endParaRPr lang="en-US" sz="1600" dirty="0"/>
          </a:p>
        </p:txBody>
      </p:sp>
      <p:sp>
        <p:nvSpPr>
          <p:cNvPr id="8" name="Status pill Unit tests"/>
          <p:cNvSpPr/>
          <p:nvPr/>
        </p:nvSpPr>
        <p:spPr>
          <a:xfrm>
            <a:off x="5943600" y="2148840"/>
            <a:ext cx="2743200" cy="685800"/>
          </a:xfrm>
          <a:prstGeom prst="roundRect">
            <a:avLst>
              <a:gd name="adj" fmla="val 49333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9" name="Passed Unit tests circle"/>
          <p:cNvSpPr/>
          <p:nvPr/>
        </p:nvSpPr>
        <p:spPr>
          <a:xfrm>
            <a:off x="6035040" y="22402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Passed Unit tests icon" descr="Passed Unit tes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5858" y="2381098"/>
            <a:ext cx="221285" cy="22128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675120" y="21488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600" dirty="0"/>
          </a:p>
        </p:txBody>
      </p:sp>
      <p:sp>
        <p:nvSpPr>
          <p:cNvPr id="12" name="Status pill Docker build &amp; push"/>
          <p:cNvSpPr/>
          <p:nvPr/>
        </p:nvSpPr>
        <p:spPr>
          <a:xfrm>
            <a:off x="5943600" y="3063240"/>
            <a:ext cx="2743200" cy="685800"/>
          </a:xfrm>
          <a:prstGeom prst="roundRect">
            <a:avLst>
              <a:gd name="adj" fmla="val 49333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3" name="Passed Docker build &amp; push circle"/>
          <p:cNvSpPr/>
          <p:nvPr/>
        </p:nvSpPr>
        <p:spPr>
          <a:xfrm>
            <a:off x="6035040" y="31546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Passed Docker build &amp; push icon" descr="Passed Docker build &amp; pus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5858" y="3295498"/>
            <a:ext cx="221285" cy="22128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675120" y="30632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 &amp; push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pull request and every push to main runs one automated workflow defined in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.github/workflows/ci-cd.yml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is linted, unit tested and packaged as a Docker image — so broken code never reaches the registry.</a:t>
            </a:r>
            <a:endParaRPr lang="en-US" sz="1600" dirty="0"/>
          </a:p>
        </p:txBody>
      </p:sp>
      <p:sp>
        <p:nvSpPr>
          <p:cNvPr id="5" name="Stat card triggers"/>
          <p:cNvSpPr/>
          <p:nvPr/>
        </p:nvSpPr>
        <p:spPr>
          <a:xfrm>
            <a:off x="4846320" y="1280160"/>
            <a:ext cx="374904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0" y="128016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5989320" y="128016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pull_request and push to main</a:t>
            </a:r>
            <a:endParaRPr lang="en-US" sz="1600" dirty="0"/>
          </a:p>
        </p:txBody>
      </p:sp>
      <p:sp>
        <p:nvSpPr>
          <p:cNvPr id="8" name="Stat card quality gates"/>
          <p:cNvSpPr/>
          <p:nvPr/>
        </p:nvSpPr>
        <p:spPr>
          <a:xfrm>
            <a:off x="4846320" y="2331720"/>
            <a:ext cx="374904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0" y="233172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5989320" y="233172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gates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lint, unit tests, image build</a:t>
            </a:r>
            <a:endParaRPr lang="en-US" sz="1600" dirty="0"/>
          </a:p>
        </p:txBody>
      </p:sp>
      <p:sp>
        <p:nvSpPr>
          <p:cNvPr id="11" name="Stat card hard-coded secrets"/>
          <p:cNvSpPr/>
          <p:nvPr/>
        </p:nvSpPr>
        <p:spPr>
          <a:xfrm>
            <a:off x="4846320" y="3383280"/>
            <a:ext cx="374904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0" y="338328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5989320" y="338328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hard-coded secrets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live in GitHub Secrets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flow</a:t>
            </a:r>
            <a:endParaRPr lang="en-US" sz="3600" dirty="0"/>
          </a:p>
        </p:txBody>
      </p:sp>
      <p:sp>
        <p:nvSpPr>
          <p:cNvPr id="3" name="Step card Trigger"/>
          <p:cNvSpPr/>
          <p:nvPr/>
        </p:nvSpPr>
        <p:spPr>
          <a:xfrm>
            <a:off x="548640" y="1371600"/>
            <a:ext cx="1463040" cy="228600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rigger circle"/>
          <p:cNvSpPr/>
          <p:nvPr/>
        </p:nvSpPr>
        <p:spPr>
          <a:xfrm>
            <a:off x="960120" y="15544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Trigger icon" descr="Trigg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9342" y="1733702"/>
            <a:ext cx="281635" cy="28163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3317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69748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opened or push to main</a:t>
            </a:r>
            <a:endParaRPr lang="en-US" sz="1200" dirty="0"/>
          </a:p>
        </p:txBody>
      </p:sp>
      <p:sp>
        <p:nvSpPr>
          <p:cNvPr id="8" name="Arrow 1"/>
          <p:cNvSpPr/>
          <p:nvPr/>
        </p:nvSpPr>
        <p:spPr>
          <a:xfrm>
            <a:off x="2029968" y="2514600"/>
            <a:ext cx="18288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9" name="Step card Lint"/>
          <p:cNvSpPr/>
          <p:nvPr/>
        </p:nvSpPr>
        <p:spPr>
          <a:xfrm>
            <a:off x="2231136" y="1371600"/>
            <a:ext cx="1463040" cy="228600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Lint circle"/>
          <p:cNvSpPr/>
          <p:nvPr/>
        </p:nvSpPr>
        <p:spPr>
          <a:xfrm>
            <a:off x="2642616" y="1554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Lint icon" descr="Li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1838" y="1733702"/>
            <a:ext cx="281635" cy="28163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322576" y="23317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2368296" y="269748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ESLint style and static checks</a:t>
            </a:r>
            <a:endParaRPr lang="en-US" sz="1200" dirty="0"/>
          </a:p>
        </p:txBody>
      </p:sp>
      <p:sp>
        <p:nvSpPr>
          <p:cNvPr id="14" name="Arrow 2"/>
          <p:cNvSpPr/>
          <p:nvPr/>
        </p:nvSpPr>
        <p:spPr>
          <a:xfrm>
            <a:off x="3712464" y="2514600"/>
            <a:ext cx="18288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5" name="Step card Unit tests"/>
          <p:cNvSpPr/>
          <p:nvPr/>
        </p:nvSpPr>
        <p:spPr>
          <a:xfrm>
            <a:off x="3913632" y="1371600"/>
            <a:ext cx="1463040" cy="228600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Unit tests circle"/>
          <p:cNvSpPr/>
          <p:nvPr/>
        </p:nvSpPr>
        <p:spPr>
          <a:xfrm>
            <a:off x="4325112" y="1554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Unit tests icon" descr="Unit test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4334" y="1733702"/>
            <a:ext cx="281635" cy="28163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005072" y="23317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4050792" y="269748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 must pass</a:t>
            </a:r>
            <a:endParaRPr lang="en-US" sz="1200" dirty="0"/>
          </a:p>
        </p:txBody>
      </p:sp>
      <p:sp>
        <p:nvSpPr>
          <p:cNvPr id="20" name="Arrow 3"/>
          <p:cNvSpPr/>
          <p:nvPr/>
        </p:nvSpPr>
        <p:spPr>
          <a:xfrm>
            <a:off x="5394960" y="2514600"/>
            <a:ext cx="18288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1" name="Step card Docker build"/>
          <p:cNvSpPr/>
          <p:nvPr/>
        </p:nvSpPr>
        <p:spPr>
          <a:xfrm>
            <a:off x="5596128" y="1371600"/>
            <a:ext cx="1463040" cy="228600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Docker build circle"/>
          <p:cNvSpPr/>
          <p:nvPr/>
        </p:nvSpPr>
        <p:spPr>
          <a:xfrm>
            <a:off x="6007608" y="1554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Docker build icon" descr="Docker buil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6830" y="1733702"/>
            <a:ext cx="281635" cy="28163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687568" y="23317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5733288" y="269748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built with Buildx</a:t>
            </a:r>
            <a:endParaRPr lang="en-US" sz="1200" dirty="0"/>
          </a:p>
        </p:txBody>
      </p:sp>
      <p:sp>
        <p:nvSpPr>
          <p:cNvPr id="26" name="Arrow 4"/>
          <p:cNvSpPr/>
          <p:nvPr/>
        </p:nvSpPr>
        <p:spPr>
          <a:xfrm>
            <a:off x="7077456" y="2514600"/>
            <a:ext cx="18288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7" name="Step card Push"/>
          <p:cNvSpPr/>
          <p:nvPr/>
        </p:nvSpPr>
        <p:spPr>
          <a:xfrm>
            <a:off x="7278624" y="1371600"/>
            <a:ext cx="1463040" cy="228600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Push circle"/>
          <p:cNvSpPr/>
          <p:nvPr/>
        </p:nvSpPr>
        <p:spPr>
          <a:xfrm>
            <a:off x="7690104" y="155448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9" name="Push icon" descr="Push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9326" y="1733702"/>
            <a:ext cx="281635" cy="281635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7370064" y="23317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1600" dirty="0"/>
          </a:p>
        </p:txBody>
      </p:sp>
      <p:sp>
        <p:nvSpPr>
          <p:cNvPr id="31" name="Text 24"/>
          <p:cNvSpPr txBox="1"/>
          <p:nvPr/>
        </p:nvSpPr>
        <p:spPr>
          <a:xfrm>
            <a:off x="7415784" y="269748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to registry on main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548640" y="3931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job uses needs: so a failing stage stops everything after it. Publishing only happens on pushes to main.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workflow file</a:t>
            </a:r>
            <a:endParaRPr lang="en-US" sz="3600" dirty="0"/>
          </a:p>
        </p:txBody>
      </p:sp>
      <p:sp>
        <p:nvSpPr>
          <p:cNvPr id="3" name="Code panel 1"/>
          <p:cNvSpPr/>
          <p:nvPr/>
        </p:nvSpPr>
        <p:spPr>
          <a:xfrm>
            <a:off x="548640" y="1188720"/>
            <a:ext cx="3931920" cy="3154680"/>
          </a:xfrm>
          <a:prstGeom prst="roundRect">
            <a:avLst>
              <a:gd name="adj" fmla="val 289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80160"/>
            <a:ext cx="36576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CI/CD Pipeline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pull_request: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push: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branches: [main]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lint: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runs-on: ubuntu-latest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actions/checkout@v4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actions/setup-node@v4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run: npm ci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run: npm run lint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needs: lint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same setup steps, then: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run: npm test</a:t>
            </a:r>
            <a:endParaRPr lang="en-US" sz="1000" dirty="0"/>
          </a:p>
        </p:txBody>
      </p:sp>
      <p:sp>
        <p:nvSpPr>
          <p:cNvPr id="5" name="Code panel 2"/>
          <p:cNvSpPr/>
          <p:nvPr/>
        </p:nvSpPr>
        <p:spPr>
          <a:xfrm>
            <a:off x="4663440" y="1188720"/>
            <a:ext cx="3931920" cy="3154680"/>
          </a:xfrm>
          <a:prstGeom prst="roundRect">
            <a:avLst>
              <a:gd name="adj" fmla="val 289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800600" y="1280160"/>
            <a:ext cx="36576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build-push: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needs: test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if: github.event_name == 'push'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runs-on: ubuntu-latest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permissions: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contents: read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packages: write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actions/checkout@v4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docker/login-action@v3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registry: ghcr.io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username: ${{ github.actor }}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password: ${{ secrets.GITHUB_TOKEN }}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docker/build-push-action@v6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push: true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4805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Abridged — assumes a Node.js project with ESLint and Jest; swap the commands for your stack.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gates</a:t>
            </a:r>
            <a:endParaRPr lang="en-US" sz="3600" dirty="0"/>
          </a:p>
        </p:txBody>
      </p:sp>
      <p:sp>
        <p:nvSpPr>
          <p:cNvPr id="3" name="Gate card Linting"/>
          <p:cNvSpPr/>
          <p:nvPr/>
        </p:nvSpPr>
        <p:spPr>
          <a:xfrm>
            <a:off x="548640" y="1280160"/>
            <a:ext cx="3931920" cy="3108960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Linting circle"/>
          <p:cNvSpPr/>
          <p:nvPr/>
        </p:nvSpPr>
        <p:spPr>
          <a:xfrm>
            <a:off x="822960" y="150876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Linting icon" descr="Lin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1675181"/>
            <a:ext cx="261518" cy="2615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5087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Linting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31720"/>
            <a:ext cx="3429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first, on every PR and push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style and static-analysis issues early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stops the pipeline immediately</a:t>
            </a:r>
            <a:endParaRPr lang="en-US" sz="1500" dirty="0"/>
          </a:p>
        </p:txBody>
      </p:sp>
      <p:sp>
        <p:nvSpPr>
          <p:cNvPr id="8" name="Gate card Unit tests"/>
          <p:cNvSpPr/>
          <p:nvPr/>
        </p:nvSpPr>
        <p:spPr>
          <a:xfrm>
            <a:off x="4663440" y="1280160"/>
            <a:ext cx="3931920" cy="3108960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Unit tests circle"/>
          <p:cNvSpPr/>
          <p:nvPr/>
        </p:nvSpPr>
        <p:spPr>
          <a:xfrm>
            <a:off x="4937760" y="150876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Unit tests icon" descr="Unit tes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4181" y="1675181"/>
            <a:ext cx="261518" cy="26151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669280" y="15087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937760" y="2331720"/>
            <a:ext cx="3429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only after lint passes (needs: lint)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project's unit test command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red test blocks the Docker build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image build &amp; push</a:t>
            </a:r>
            <a:endParaRPr lang="en-US" sz="3600" dirty="0"/>
          </a:p>
        </p:txBody>
      </p:sp>
      <p:sp>
        <p:nvSpPr>
          <p:cNvPr id="3" name="Security card Secrets, not source"/>
          <p:cNvSpPr/>
          <p:nvPr/>
        </p:nvSpPr>
        <p:spPr>
          <a:xfrm>
            <a:off x="548640" y="1280160"/>
            <a:ext cx="39319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ecrets, not source circle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Secrets, not source icon" descr="Secrets, not sour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6462" y="1870862"/>
            <a:ext cx="281635" cy="28163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41732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Secrets, not source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credentials are stored as GitHub Secrets and never committed</a:t>
            </a:r>
            <a:endParaRPr lang="en-US" sz="1700" dirty="0"/>
          </a:p>
        </p:txBody>
      </p:sp>
      <p:sp>
        <p:nvSpPr>
          <p:cNvPr id="7" name="Security card Least privilege"/>
          <p:cNvSpPr/>
          <p:nvPr/>
        </p:nvSpPr>
        <p:spPr>
          <a:xfrm>
            <a:off x="4663440" y="1280160"/>
            <a:ext cx="39319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Least privilege circle"/>
          <p:cNvSpPr/>
          <p:nvPr/>
        </p:nvSpPr>
        <p:spPr>
          <a:xfrm>
            <a:off x="4892040" y="16916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Least privilege icon" descr="Least privile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1262" y="1870862"/>
            <a:ext cx="281635" cy="28163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715000" y="141732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push job gets only packages: write and read access to contents</a:t>
            </a:r>
            <a:endParaRPr lang="en-US" sz="1700" dirty="0"/>
          </a:p>
        </p:txBody>
      </p:sp>
      <p:sp>
        <p:nvSpPr>
          <p:cNvPr id="11" name="Security card Push only from main"/>
          <p:cNvSpPr/>
          <p:nvPr/>
        </p:nvSpPr>
        <p:spPr>
          <a:xfrm>
            <a:off x="548640" y="2926080"/>
            <a:ext cx="39319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Push only from main circle"/>
          <p:cNvSpPr/>
          <p:nvPr/>
        </p:nvSpPr>
        <p:spPr>
          <a:xfrm>
            <a:off x="777240" y="33375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3" name="Push only from main icon" descr="Push only from mai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462" y="3516782"/>
            <a:ext cx="281635" cy="28163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00200" y="30632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only from main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 build and test, but never publish an image</a:t>
            </a:r>
            <a:endParaRPr lang="en-US" sz="1700" dirty="0"/>
          </a:p>
        </p:txBody>
      </p:sp>
      <p:sp>
        <p:nvSpPr>
          <p:cNvPr id="15" name="Security card Short-lived auth"/>
          <p:cNvSpPr/>
          <p:nvPr/>
        </p:nvSpPr>
        <p:spPr>
          <a:xfrm>
            <a:off x="4663440" y="2926080"/>
            <a:ext cx="39319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ort-lived auth circle"/>
          <p:cNvSpPr/>
          <p:nvPr/>
        </p:nvSpPr>
        <p:spPr>
          <a:xfrm>
            <a:off x="4892040" y="333756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7" name="Short-lived auth icon" descr="Short-lived aut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1262" y="3516782"/>
            <a:ext cx="281635" cy="281635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715000" y="30632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Short-lived auth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GHCR login uses the built-in GITHUB_TOKEN — nothing to rotate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Registry options</a:t>
            </a:r>
            <a:endParaRPr lang="en-US" sz="3600" dirty="0"/>
          </a:p>
        </p:txBody>
      </p:sp>
      <p:graphicFrame>
        <p:nvGraphicFramePr>
          <p:cNvPr id="8" name="Registry 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200400"/>
                <a:gridCol w="32004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Container Registry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Hub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secret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GITHUB_TOKEN (built in)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DOCKERHUB_USERNAME + DOCKERHUB_TOKEN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name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ghcr.io/owner/repo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username/repo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 effort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beyond workflow permissions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access token, add two secrets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 already on GitHub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images and wider reach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registry works — the build step is identical; only the login and tags change.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Proof: green checkmarks</a:t>
            </a:r>
            <a:endParaRPr lang="en-US" sz="3600" dirty="0"/>
          </a:p>
        </p:txBody>
      </p:sp>
      <p:sp>
        <p:nvSpPr>
          <p:cNvPr id="3" name="Run mock-up panel"/>
          <p:cNvSpPr/>
          <p:nvPr/>
        </p:nvSpPr>
        <p:spPr>
          <a:xfrm>
            <a:off x="548640" y="1280160"/>
            <a:ext cx="4846320" cy="3108960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 ·  main  ·  all jobs passed</a:t>
            </a:r>
            <a:endParaRPr lang="en-US" sz="1300" dirty="0"/>
          </a:p>
        </p:txBody>
      </p:sp>
      <p:sp>
        <p:nvSpPr>
          <p:cNvPr id="5" name="Job row Lint"/>
          <p:cNvSpPr/>
          <p:nvPr/>
        </p:nvSpPr>
        <p:spPr>
          <a:xfrm>
            <a:off x="777240" y="1920240"/>
            <a:ext cx="4389120" cy="64008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6" name="Passed Lint circle"/>
          <p:cNvSpPr/>
          <p:nvPr/>
        </p:nvSpPr>
        <p:spPr>
          <a:xfrm>
            <a:off x="914400" y="20116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Passed Lint icon" descr="Passed Li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139696"/>
            <a:ext cx="201168" cy="20116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19202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023360" y="19202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400" dirty="0"/>
          </a:p>
        </p:txBody>
      </p:sp>
      <p:sp>
        <p:nvSpPr>
          <p:cNvPr id="10" name="Job row Unit tests"/>
          <p:cNvSpPr/>
          <p:nvPr/>
        </p:nvSpPr>
        <p:spPr>
          <a:xfrm>
            <a:off x="777240" y="2697480"/>
            <a:ext cx="4389120" cy="64008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1" name="Passed Unit tests circle"/>
          <p:cNvSpPr/>
          <p:nvPr/>
        </p:nvSpPr>
        <p:spPr>
          <a:xfrm>
            <a:off x="914400" y="27889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Passed Unit tests icon" descr="Passed Unit tes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" y="2916936"/>
            <a:ext cx="201168" cy="20116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554480" y="26974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023360" y="26974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400" dirty="0"/>
          </a:p>
        </p:txBody>
      </p:sp>
      <p:sp>
        <p:nvSpPr>
          <p:cNvPr id="15" name="Job row Docker build &amp; push"/>
          <p:cNvSpPr/>
          <p:nvPr/>
        </p:nvSpPr>
        <p:spPr>
          <a:xfrm>
            <a:off x="777240" y="3474720"/>
            <a:ext cx="4389120" cy="64008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6" name="Passed Docker build &amp; push circle"/>
          <p:cNvSpPr/>
          <p:nvPr/>
        </p:nvSpPr>
        <p:spPr>
          <a:xfrm>
            <a:off x="914400" y="35661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Passed Docker build &amp; push icon" descr="Passed Docker build &amp; pus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3694176"/>
            <a:ext cx="201168" cy="20116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554480" y="34747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 &amp; push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4023360" y="347472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5760720" y="1280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badge for the README</a:t>
            </a:r>
            <a:endParaRPr lang="en-US" sz="1800" dirty="0"/>
          </a:p>
        </p:txBody>
      </p:sp>
      <p:sp>
        <p:nvSpPr>
          <p:cNvPr id="21" name="Badge snippet panel"/>
          <p:cNvSpPr/>
          <p:nvPr/>
        </p:nvSpPr>
        <p:spPr>
          <a:xfrm>
            <a:off x="5760720" y="1737360"/>
            <a:ext cx="2834640" cy="1463040"/>
          </a:xfrm>
          <a:prstGeom prst="roundRect">
            <a:avLst>
              <a:gd name="adj" fmla="val 625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5897880" y="182880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![CI/CD](https://github.com/OWNER/REPO/actions/workflows/ci-cd.yml/badge.svg)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5760720" y="338328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mock-up. Replace with a screenshot of your own passing run and add the badge URL for your repo.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Deliverables checklist</a:t>
            </a:r>
            <a:endParaRPr lang="en-US" sz="3600" dirty="0"/>
          </a:p>
        </p:txBody>
      </p:sp>
      <p:sp>
        <p:nvSpPr>
          <p:cNvPr id="3" name="Done 1 circle"/>
          <p:cNvSpPr/>
          <p:nvPr/>
        </p:nvSpPr>
        <p:spPr>
          <a:xfrm>
            <a:off x="548640" y="12344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Done 1 icon" descr="Don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173" y="1341973"/>
            <a:ext cx="168981" cy="16898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43000" y="1234440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ci-cd.yml committed under .github/workflows/</a:t>
            </a:r>
            <a:endParaRPr lang="en-US" sz="1700" dirty="0"/>
          </a:p>
        </p:txBody>
      </p:sp>
      <p:sp>
        <p:nvSpPr>
          <p:cNvPr id="6" name="Done 2 circle"/>
          <p:cNvSpPr/>
          <p:nvPr/>
        </p:nvSpPr>
        <p:spPr>
          <a:xfrm>
            <a:off x="548640" y="17830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Done 2 icon" descr="Done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173" y="1890613"/>
            <a:ext cx="168981" cy="168981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43000" y="1783080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on pull requests and pushes to main</a:t>
            </a:r>
            <a:endParaRPr lang="en-US" sz="1700" dirty="0"/>
          </a:p>
        </p:txBody>
      </p:sp>
      <p:sp>
        <p:nvSpPr>
          <p:cNvPr id="9" name="Done 3 circle"/>
          <p:cNvSpPr/>
          <p:nvPr/>
        </p:nvSpPr>
        <p:spPr>
          <a:xfrm>
            <a:off x="548640" y="23317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Done 3 icon" descr="Done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173" y="2439253"/>
            <a:ext cx="168981" cy="168981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43000" y="2331720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and unit test stages pass</a:t>
            </a:r>
            <a:endParaRPr lang="en-US" sz="1700" dirty="0"/>
          </a:p>
        </p:txBody>
      </p:sp>
      <p:sp>
        <p:nvSpPr>
          <p:cNvPr id="12" name="Done 4 circle"/>
          <p:cNvSpPr/>
          <p:nvPr/>
        </p:nvSpPr>
        <p:spPr>
          <a:xfrm>
            <a:off x="548640" y="28803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Done 4 icon" descr="Done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173" y="2987893"/>
            <a:ext cx="168981" cy="168981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143000" y="2880360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image built and pushed using repository secrets</a:t>
            </a:r>
            <a:endParaRPr lang="en-US" sz="1700" dirty="0"/>
          </a:p>
        </p:txBody>
      </p:sp>
      <p:sp>
        <p:nvSpPr>
          <p:cNvPr id="15" name="Done 5 circle"/>
          <p:cNvSpPr/>
          <p:nvPr/>
        </p:nvSpPr>
        <p:spPr>
          <a:xfrm>
            <a:off x="548640" y="34290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Done 5 icon" descr="Done 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173" y="3536533"/>
            <a:ext cx="168981" cy="168981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143000" y="3429000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workflow badge shown in the README</a:t>
            </a:r>
            <a:endParaRPr lang="en-US" sz="1700" dirty="0"/>
          </a:p>
        </p:txBody>
      </p:sp>
      <p:sp>
        <p:nvSpPr>
          <p:cNvPr id="18" name="Done 6 circle"/>
          <p:cNvSpPr/>
          <p:nvPr/>
        </p:nvSpPr>
        <p:spPr>
          <a:xfrm>
            <a:off x="548640" y="39776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Done 6 icon" descr="Done 6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173" y="4085173"/>
            <a:ext cx="168981" cy="168981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143000" y="3977640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logs available in the Actions tab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push ships a tested, containerized build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68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000" dirty="0"/>
          </a:p>
        </p:txBody>
      </p:sp>
      <p:sp>
        <p:nvSpPr>
          <p:cNvPr id="4" name="Add dependency and layer caching circle"/>
          <p:cNvSpPr/>
          <p:nvPr/>
        </p:nvSpPr>
        <p:spPr>
          <a:xfrm>
            <a:off x="548640" y="30632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Add dependency and layer caching icon" descr="Add dependency and layer cach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458" y="3204058"/>
            <a:ext cx="221285" cy="22128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30175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dependency and layer caching</a:t>
            </a:r>
            <a:endParaRPr lang="en-US" sz="1400" dirty="0"/>
          </a:p>
        </p:txBody>
      </p:sp>
      <p:sp>
        <p:nvSpPr>
          <p:cNvPr id="7" name="Scan images for vulnerabilities circle"/>
          <p:cNvSpPr/>
          <p:nvPr/>
        </p:nvSpPr>
        <p:spPr>
          <a:xfrm>
            <a:off x="3291840" y="30632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Scan images for vulnerabilities icon" descr="Scan images for vulnerabiliti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2658" y="3204058"/>
            <a:ext cx="221285" cy="22128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931920" y="30175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images for vulnerabilities</a:t>
            </a:r>
            <a:endParaRPr lang="en-US" sz="1400" dirty="0"/>
          </a:p>
        </p:txBody>
      </p:sp>
      <p:sp>
        <p:nvSpPr>
          <p:cNvPr id="10" name="Add a deploy stage after the push circle"/>
          <p:cNvSpPr/>
          <p:nvPr/>
        </p:nvSpPr>
        <p:spPr>
          <a:xfrm>
            <a:off x="6035040" y="30632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Add a deploy stage after the push icon" descr="Add a deploy stage after the pus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5858" y="3204058"/>
            <a:ext cx="221285" cy="22128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675120" y="30175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deploy stage after the push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ICD Green">
  <a:themeElements>
    <a:clrScheme name="CICD Green">
      <a:dk1>
        <a:srgbClr val="0D1117"/>
      </a:dk1>
      <a:lt1>
        <a:srgbClr val="FFFFFF"/>
      </a:lt1>
      <a:dk2>
        <a:srgbClr val="161B22"/>
      </a:dk2>
      <a:lt2>
        <a:srgbClr val="F1F5F2"/>
      </a:lt2>
      <a:accent1>
        <a:srgbClr val="2EA043"/>
      </a:accent1>
      <a:accent2>
        <a:srgbClr val="1F6FEB"/>
      </a:accent2>
      <a:accent3>
        <a:srgbClr val="D29922"/>
      </a:accent3>
      <a:accent4>
        <a:srgbClr val="8957E5"/>
      </a:accent4>
      <a:accent5>
        <a:srgbClr val="DA3633"/>
      </a:accent5>
      <a:accent6>
        <a:srgbClr val="6E7681"/>
      </a:accent6>
      <a:hlink>
        <a:srgbClr val="1F6FEB"/>
      </a:hlink>
      <a:folHlink>
        <a:srgbClr val="8957E5"/>
      </a:folHlink>
    </a:clrScheme>
    <a:fontScheme name="CICD Gree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CI/CD Pipeline with GitHub Actions</dc:title>
  <dc:subject>PptxGenJS Presentation</dc:subject>
  <dc:creator>PptxGenJS</dc:creator>
  <cp:lastModifiedBy>PptxGenJS</cp:lastModifiedBy>
  <cp:revision>1</cp:revision>
  <dcterms:created xsi:type="dcterms:W3CDTF">2026-10-08T15:11:23Z</dcterms:created>
  <dcterms:modified xsi:type="dcterms:W3CDTF">2026-10-08T15:11:23Z</dcterms:modified>
</cp:coreProperties>
</file>